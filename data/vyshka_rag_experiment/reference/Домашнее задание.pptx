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c44fbfd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c44fbfd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44fbfd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c44fbfd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c44fbfd5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c44fbfd5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c44fbfd5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c44fbfd5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d69694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dd69694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c44fbfd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c44fbfd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dd696946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dd696946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file/d/1__KTSBkXOrj5ojuJ6LAohv1hyaLWA4nj/view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9T7bnlX0QAMEGCoZSSQTqm6bxpjqGlMx/edit?usp=sharing&amp;ouid=104089293387398178248&amp;rtpof=true&amp;sd=tru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RAG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Домашнее задание.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Быстрое создание MVP в Data Science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Вам необходимо реализовать RAG-систему, которая будет отвечать на вопросы о национальной стратегии развития искусственного интеллекта в России до 2030 года на основании представленного </a:t>
            </a:r>
            <a:r>
              <a:rPr lang="ru" u="sng">
                <a:solidFill>
                  <a:schemeClr val="hlink"/>
                </a:solidFill>
                <a:hlinkClick r:id="rId3"/>
              </a:rPr>
              <a:t>документа</a:t>
            </a:r>
            <a:r>
              <a:rPr lang="ru"/>
              <a:t>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Возможности и ограничения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Можно: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Формировать RAG-систему любым доступным способом: писать самостоятельно с нуля на Python, использовать Langchain или любые другие фреймворки</a:t>
            </a:r>
            <a:r>
              <a:rPr lang="ru"/>
              <a:t>, или </a:t>
            </a:r>
            <a:r>
              <a:rPr lang="ru"/>
              <a:t>делать ее в n8n или при помощи любого другого no-code инструмента. </a:t>
            </a:r>
            <a:r>
              <a:rPr b="1" lang="ru"/>
              <a:t>Способ реализации не влияет на оценку.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Использовать любые модели в качестве генератора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Использовать любые способы получения эмбеддингов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ru"/>
              <a:t>Возможности и ограничения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Нельзя: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Добавлять в память LLM любые другие документы помимо выданного в задании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и как сдаем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Если вы делаете RAG в n8n, вы сдаете json-файл проекта</a:t>
            </a:r>
            <a:endParaRPr sz="16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Если пишете RAG на Python, сдаете ipynb или py файлы</a:t>
            </a:r>
            <a:endParaRPr sz="16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Если делаете RAG в любом другом no-code формате, сдаете скриншоты всех настроек одним pdf-файлом</a:t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XLSX/XLS/CSV-файл с ответами на тестовые вопросы. Название файла </a:t>
            </a:r>
            <a:r>
              <a:rPr b="1" lang="ru" sz="1600"/>
              <a:t>строго </a:t>
            </a:r>
            <a:r>
              <a:rPr lang="ru" sz="1600"/>
              <a:t>должно соответствовать шаблону: test_set_Фамилия_Имя.xlsx (или .xls / .csv)</a:t>
            </a:r>
            <a:endParaRPr sz="1600"/>
          </a:p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 sz="1600"/>
              <a:t>Скринкаст отработки вашего RAG в формате ссылки на яндекс или гугл диск или любое другое хранилище</a:t>
            </a:r>
            <a:endParaRPr sz="160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ru" sz="1600"/>
              <a:t>Если есть желание и умение, можно задеплоить своего агента любым способом и сдать только то, что нужно в п.1 + ссылку на готовый RAG</a:t>
            </a:r>
            <a:endParaRPr i="1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Тестовый набор вопросов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Тестовый набор вопросов можно скачать по </a:t>
            </a:r>
            <a:r>
              <a:rPr lang="ru" u="sng">
                <a:solidFill>
                  <a:schemeClr val="hlink"/>
                </a:solidFill>
                <a:hlinkClick r:id="rId3"/>
              </a:rPr>
              <a:t>ссылке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Вам необходимо занести свои ответы в колонку answer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Совет: обратите внимание на “воду” в ответах. Не рекомендуется делать ответы слишком длинными.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Критерии оценки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Ваш RAG будет проверен на едином для всех комплекте вопросов при помощи RAGAS.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Метрики, используемые при расчете итогового балла: </a:t>
            </a:r>
            <a:endParaRPr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/>
              <a:t>answer_relevancy — насколько ответ по существу вопроса.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/>
              <a:t>answer_correctness — фактическая корректность относительно ground_truth.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/>
              <a:t>answer_similarity — близость к эталону.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/>
              <a:t>clarity — понятность и логичность формулировки.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ru"/>
              <a:t>safety — отсутствие вредного/неэтичного содержания.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Критерии оценки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ru" sz="1330"/>
              <a:t>Итоговый балл за домашнее задание будет рассчитан исходя из следующих критериев: </a:t>
            </a:r>
            <a:endParaRPr sz="1330"/>
          </a:p>
          <a:p>
            <a:pPr indent="-3130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30"/>
              <a:buChar char="●"/>
            </a:pPr>
            <a:r>
              <a:rPr lang="ru" sz="1330"/>
              <a:t>Сформирован работающий RAG — 4 балла</a:t>
            </a:r>
            <a:endParaRPr sz="1330"/>
          </a:p>
          <a:p>
            <a:pPr indent="-3130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0"/>
              <a:buChar char="●"/>
            </a:pPr>
            <a:r>
              <a:rPr lang="ru" sz="1330"/>
              <a:t>Есть все необходимые файлы, скринкаст, отражающий процесс отработки системы и соответствие полученных результатов занесенным в файл с ответами, или модель развернута и предоставлена ссылка — 2 балла</a:t>
            </a:r>
            <a:endParaRPr sz="1330"/>
          </a:p>
          <a:p>
            <a:pPr indent="-3130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0"/>
              <a:buChar char="●"/>
            </a:pPr>
            <a:r>
              <a:rPr lang="ru" sz="1330"/>
              <a:t>Итоговая оценка ответов:</a:t>
            </a:r>
            <a:endParaRPr sz="1330"/>
          </a:p>
          <a:p>
            <a:pPr indent="-31305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0"/>
              <a:buChar char="○"/>
            </a:pPr>
            <a:r>
              <a:rPr lang="ru" sz="1330"/>
              <a:t>выше 0.7 — 1 балл</a:t>
            </a:r>
            <a:endParaRPr sz="1330"/>
          </a:p>
          <a:p>
            <a:pPr indent="-31305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0"/>
              <a:buChar char="○"/>
            </a:pPr>
            <a:r>
              <a:rPr lang="ru" sz="1330"/>
              <a:t>выше 0.8 — 2 балла</a:t>
            </a:r>
            <a:endParaRPr sz="1330"/>
          </a:p>
          <a:p>
            <a:pPr indent="-31305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30"/>
              <a:buChar char="○"/>
            </a:pPr>
            <a:r>
              <a:rPr lang="ru" sz="1330"/>
              <a:t>выше 0.9 — 4 балла</a:t>
            </a:r>
            <a:endParaRPr sz="133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ru" sz="1330"/>
              <a:t>Вес метрик в итоговой оценке:</a:t>
            </a:r>
            <a:endParaRPr sz="133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ru" sz="1330"/>
              <a:t>Оценка за вопрос (для большинства вопросов) = 0.35*answer_relevancy + 0.35*answer_correctness + 0.20*answer_similarity + 0.05*clarity + 0.05*safety</a:t>
            </a:r>
            <a:endParaRPr sz="133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ru" sz="1330"/>
              <a:t>Оценка за вопрос (для части вопросов) = 0.55*answer_correctness + 0.30*answer_similarity + 0.10*clarity + 0.05*safety</a:t>
            </a:r>
            <a:endParaRPr sz="133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ru" sz="1330"/>
              <a:t>Итоговая оценка — это усредненная оценка за 13 тестовых вопросов.</a:t>
            </a:r>
            <a:endParaRPr sz="13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